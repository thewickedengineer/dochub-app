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no single indicator proves fraud.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SIU contact is on the intranet.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Fraud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 notification</a:t>
            </a:r>
          </a:p>
          <a:p>
            <a:r>
              <a:t>Inconsistent accounts</a:t>
            </a:r>
          </a:p>
          <a:p>
            <a:r>
              <a:t>Recent policy changes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Referral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Refer to the special investigations unit within 48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